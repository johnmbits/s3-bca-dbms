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D97AC-F717-5017-DD3F-AB828638F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AB4B4-B09E-2ACF-1FE5-7027B62A8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4E999-6A2B-293E-DE61-E3F7FDE66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0DCA-7B07-445C-9146-867F378F431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89855-F847-F9EA-9D00-A9B67447C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4FB48-6EF1-9D4F-1322-38E0A41F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5D16-F72C-4F04-880A-200DD9910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320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DB4E-C6F0-1A3E-DE8E-055B95061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FCEAE-AEC1-3A57-3036-46DC02FBB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D2535-BE62-9381-15D9-F8FEC09B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0DCA-7B07-445C-9146-867F378F431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7C86D-0738-574D-283D-091D2A6A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791E9-A587-0880-BEFF-5F74475D4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5D16-F72C-4F04-880A-200DD9910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859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93ED-17E5-4318-398D-A755EBEAF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2BBFD-8C75-E1AF-3E34-03D7E2246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79ECD-B7E2-C640-AB4C-87114D703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0DCA-7B07-445C-9146-867F378F431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B0D6-4FBE-52D0-356C-8A4D0EA3B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8BBD3-780C-6286-0CEB-700EE860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5D16-F72C-4F04-880A-200DD9910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92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186B-9D07-1DC2-F334-A8DB5BE65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DBE90-75CE-CE49-D487-CD92F6BD29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D51C1-589A-9AA0-A93E-642A918F6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92AA6-271E-488B-31CA-4161464E3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0DCA-7B07-445C-9146-867F378F431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98323-6B51-1ACC-25C7-0FBBCB4E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CFE27-3634-5BC4-1AB2-27D5C75E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5D16-F72C-4F04-880A-200DD9910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4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CC0DA-0F25-8663-0E3E-ECD5779A1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FD412-1BFB-9DB5-6FA9-0E922D4F4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F60C4-2AD7-418A-7243-363040E2A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76369E-F148-A95F-529B-773D1EBB87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F8E4E1-126A-3BFD-77D6-1B704C7947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B4BC69-5F8A-EFC4-CFA8-F00CD6662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0DCA-7B07-445C-9146-867F378F431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4269EA-93AE-D247-536A-33E0EEBA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D7485-960F-03B5-7FAA-D48B4A4B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5D16-F72C-4F04-880A-200DD9910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140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7B4E-5890-012E-F662-956862627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81D30-FCBD-7730-5D62-456DE3D7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0DCA-7B07-445C-9146-867F378F431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DA7E2-F4F2-D26D-B924-239551DE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684B4-45BE-83F3-D0A6-FA6C12CD9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5D16-F72C-4F04-880A-200DD9910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058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EA751-1EB1-A3CC-E24E-C05C1E53F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0DCA-7B07-445C-9146-867F378F431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43C8E5-D337-1C8F-D0A2-11C5582EC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619A4-52AF-8684-DAE1-6026094C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5D16-F72C-4F04-880A-200DD9910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902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F0D03-78D7-466E-03D6-5D896D4EC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432BC-CF99-7BA6-0F5E-4F81BB04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754DB-32F3-1ED3-2DC4-2C416CAD0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FD87B-CD2B-E950-D18D-E1E14B54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0DCA-7B07-445C-9146-867F378F431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61AA2-6DE3-1AF3-C8EF-54A09639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356FF-52E7-3655-0442-F88552481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5D16-F72C-4F04-880A-200DD9910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211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A7B9E-7887-5358-BF59-8E82CEBE1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79FD3-D86F-6BC6-48D0-12754743C64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A502E-2B16-94F4-3992-B5AEBC917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6B09B-7E39-FA80-EA95-C816938C6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0DCA-7B07-445C-9146-867F378F431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6A5F4-7817-8736-ACAC-FE9E1475F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EADDA-EBD0-4FF3-5312-FF9C5AF7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5D16-F72C-4F04-880A-200DD9910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822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13F6D-E72A-EB38-ABB2-F6B5A66B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ED64C-F025-E82F-3F44-58BE4BAE6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5B1AD-F926-4DD4-E571-15CD3C5E4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0DCA-7B07-445C-9146-867F378F431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23C60-0658-E7E9-A07A-C12FC120A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E72A1-E567-7354-9D5C-107BFEEC8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5D16-F72C-4F04-880A-200DD9910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25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A635F6-DBAC-826E-5754-72ABF75824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D0B8A-5C6B-B8CD-5E8E-82A280B0C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BFEA3-C35D-4DC9-1143-363B064C7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0DCA-7B07-445C-9146-867F378F431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3C11D-4986-596C-F499-C199D136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5ECE0-B7D1-8B41-86E6-8EC2334F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5D16-F72C-4F04-880A-200DD9910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343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C79CD2-0807-8D4C-E8ED-9BCDAA32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BEF19-8E18-4A08-334F-692DD3C80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11B5C-DA39-1BB3-88F8-56C6C55D2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0DCA-7B07-445C-9146-867F378F431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01708-081E-E5B7-06F2-B6484F96F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2F14C-738E-2D43-1EF7-3CF6C494E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05D16-F72C-4F04-880A-200DD9910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26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0ED-CF10-86DC-FA37-8D4B3E6915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MONGODB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641DC-C66A-4E97-8A1F-449F824EA9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636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318DB-C1ED-BA96-A421-4843B3858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E9AB35-2F96-BFCC-2506-CF6935134C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2836425"/>
              </p:ext>
            </p:extLst>
          </p:nvPr>
        </p:nvGraphicFramePr>
        <p:xfrm>
          <a:off x="2357718" y="654425"/>
          <a:ext cx="7117976" cy="55312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2093">
                  <a:extLst>
                    <a:ext uri="{9D8B030D-6E8A-4147-A177-3AD203B41FA5}">
                      <a16:colId xmlns:a16="http://schemas.microsoft.com/office/drawing/2014/main" val="1004895302"/>
                    </a:ext>
                  </a:extLst>
                </a:gridCol>
                <a:gridCol w="3585883">
                  <a:extLst>
                    <a:ext uri="{9D8B030D-6E8A-4147-A177-3AD203B41FA5}">
                      <a16:colId xmlns:a16="http://schemas.microsoft.com/office/drawing/2014/main" val="3414170976"/>
                    </a:ext>
                  </a:extLst>
                </a:gridCol>
              </a:tblGrid>
              <a:tr h="7154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MongoDB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850049"/>
                  </a:ext>
                </a:extLst>
              </a:tr>
              <a:tr h="71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766893"/>
                  </a:ext>
                </a:extLst>
              </a:tr>
              <a:tr h="71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Collection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546501"/>
                  </a:ext>
                </a:extLst>
              </a:tr>
              <a:tr h="71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Document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4501303"/>
                  </a:ext>
                </a:extLst>
              </a:tr>
              <a:tr h="71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Field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8612683"/>
                  </a:ext>
                </a:extLst>
              </a:tr>
              <a:tr h="1238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MongoDB Query Language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622387"/>
                  </a:ext>
                </a:extLst>
              </a:tr>
              <a:tr h="71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Fixed schema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Flexible schema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576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820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252DC-61C3-0D62-D090-65EAEC10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790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MongoDB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589B23-05C8-7DAF-B27F-886101C1A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036" y="1264024"/>
            <a:ext cx="7458636" cy="491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835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DAB6A-C781-5D9D-E482-6652E0FD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Show all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5BAB1-8345-3B5B-F5BA-6C0CF5C31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show </a:t>
            </a:r>
            <a:r>
              <a:rPr lang="en-IN" dirty="0" err="1"/>
              <a:t>dbs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336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1345F-27B9-FDC9-1EDE-5DA517487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Change or Create a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8C7D2-BF41-F34F-0DA1-F87441706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ou</a:t>
            </a:r>
            <a:r>
              <a:rPr lang="en-IN" dirty="0"/>
              <a:t> can change or create a new database by typing use then the name of the database.</a:t>
            </a:r>
          </a:p>
          <a:p>
            <a:endParaRPr lang="en-IN" dirty="0"/>
          </a:p>
          <a:p>
            <a:pPr>
              <a:buFont typeface="Wingdings" panose="05000000000000000000" pitchFamily="2" charset="2"/>
              <a:buChar char="à"/>
            </a:pPr>
            <a:r>
              <a:rPr lang="en-IN" dirty="0"/>
              <a:t>use </a:t>
            </a:r>
            <a:r>
              <a:rPr lang="en-IN" dirty="0" err="1"/>
              <a:t>Database_name</a:t>
            </a:r>
            <a:endParaRPr lang="en-IN" dirty="0"/>
          </a:p>
          <a:p>
            <a:pPr>
              <a:buFont typeface="Wingdings" panose="05000000000000000000" pitchFamily="2" charset="2"/>
              <a:buChar char="à"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 MongoDB, a database is not actually created until it gets content!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54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6AA5A-A3CE-4C5C-98D9-5E7900461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2BDBC-EDB1-7249-F99F-6BF27D008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282"/>
            <a:ext cx="10515600" cy="4724681"/>
          </a:xfrm>
        </p:spPr>
        <p:txBody>
          <a:bodyPr>
            <a:normAutofit/>
          </a:bodyPr>
          <a:lstStyle/>
          <a:p>
            <a:r>
              <a:rPr lang="en-IN" dirty="0"/>
              <a:t>Method 1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You can create a collection using the </a:t>
            </a:r>
            <a:r>
              <a:rPr lang="en-IN" b="1" dirty="0" err="1"/>
              <a:t>createCollection</a:t>
            </a:r>
            <a:r>
              <a:rPr lang="en-IN" b="1" dirty="0"/>
              <a:t>()</a:t>
            </a:r>
            <a:r>
              <a:rPr lang="en-IN" dirty="0"/>
              <a:t> database method.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db.createCollection</a:t>
            </a:r>
            <a:r>
              <a:rPr lang="en-IN" dirty="0"/>
              <a:t>(“</a:t>
            </a:r>
            <a:r>
              <a:rPr lang="en-IN" dirty="0" err="1"/>
              <a:t>Collection_name</a:t>
            </a:r>
            <a:r>
              <a:rPr lang="en-IN" dirty="0"/>
              <a:t>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db.createCollection</a:t>
            </a:r>
            <a:r>
              <a:rPr lang="en-IN" dirty="0"/>
              <a:t>("students")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051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27094-4B1C-B853-C111-6A98EB710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BC26F-36C6-9254-2449-5BA0E1F91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Method 2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You can also create a collection during the </a:t>
            </a:r>
            <a:r>
              <a:rPr lang="en-IN" b="1" dirty="0"/>
              <a:t>insert</a:t>
            </a:r>
            <a:r>
              <a:rPr lang="en-IN" dirty="0"/>
              <a:t> process.</a:t>
            </a:r>
          </a:p>
          <a:p>
            <a:pPr marL="0" indent="0">
              <a:buNone/>
            </a:pPr>
            <a:r>
              <a:rPr lang="en-IN" dirty="0"/>
              <a:t> 			</a:t>
            </a:r>
            <a:r>
              <a:rPr lang="en-IN" dirty="0" err="1"/>
              <a:t>db.posts.insertOne</a:t>
            </a:r>
            <a:r>
              <a:rPr lang="en-IN" dirty="0"/>
              <a:t>(object)</a:t>
            </a:r>
          </a:p>
          <a:p>
            <a:endParaRPr lang="en-IN" dirty="0"/>
          </a:p>
          <a:p>
            <a:r>
              <a:rPr lang="en-IN" dirty="0"/>
              <a:t>This will create the "posts" collection if it does not already exist.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958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98868-7970-2CC0-83AE-2ACCFB622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Insert a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27401-4143-31CE-C451-14744BCCF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db.students.insertOne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rollno</a:t>
            </a:r>
            <a:r>
              <a:rPr lang="en-US" dirty="0"/>
              <a:t>: 101,</a:t>
            </a:r>
          </a:p>
          <a:p>
            <a:pPr marL="0" indent="0">
              <a:buNone/>
            </a:pPr>
            <a:r>
              <a:rPr lang="en-US" dirty="0"/>
              <a:t>    name: "Anu",</a:t>
            </a:r>
          </a:p>
          <a:p>
            <a:pPr marL="0" indent="0">
              <a:buNone/>
            </a:pPr>
            <a:r>
              <a:rPr lang="en-US" dirty="0"/>
              <a:t>    course: "BCA",</a:t>
            </a:r>
          </a:p>
          <a:p>
            <a:pPr marL="0" indent="0">
              <a:buNone/>
            </a:pPr>
            <a:r>
              <a:rPr lang="en-US" dirty="0"/>
              <a:t>    mark: 85</a:t>
            </a:r>
          </a:p>
          <a:p>
            <a:pPr marL="0" indent="0">
              <a:buNone/>
            </a:pPr>
            <a:r>
              <a:rPr lang="en-US" dirty="0"/>
              <a:t>})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822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D2232-DF04-EBC5-5DA5-1AECD0CD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Insert Multiple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B5B23-CE15-FB44-11A2-F66B6102B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err="1"/>
              <a:t>db.students.insertMany</a:t>
            </a:r>
            <a:r>
              <a:rPr lang="en-IN" dirty="0"/>
              <a:t>([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rollno</a:t>
            </a:r>
            <a:r>
              <a:rPr lang="en-IN" dirty="0"/>
              <a:t>: 101,</a:t>
            </a:r>
          </a:p>
          <a:p>
            <a:pPr marL="0" indent="0">
              <a:buNone/>
            </a:pPr>
            <a:r>
              <a:rPr lang="en-IN" dirty="0"/>
              <a:t>        name: "Anu",</a:t>
            </a:r>
          </a:p>
          <a:p>
            <a:pPr marL="0" indent="0">
              <a:buNone/>
            </a:pPr>
            <a:r>
              <a:rPr lang="en-IN" dirty="0"/>
              <a:t>        course: "BCA",</a:t>
            </a:r>
          </a:p>
          <a:p>
            <a:pPr marL="0" indent="0">
              <a:buNone/>
            </a:pPr>
            <a:r>
              <a:rPr lang="en-IN" dirty="0"/>
              <a:t>        mark: 85</a:t>
            </a:r>
          </a:p>
          <a:p>
            <a:pPr marL="0" indent="0">
              <a:buNone/>
            </a:pPr>
            <a:r>
              <a:rPr lang="en-IN" dirty="0"/>
              <a:t>    },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rollno</a:t>
            </a:r>
            <a:r>
              <a:rPr lang="en-IN" dirty="0"/>
              <a:t>: 102,</a:t>
            </a:r>
          </a:p>
          <a:p>
            <a:pPr marL="0" indent="0">
              <a:buNone/>
            </a:pPr>
            <a:r>
              <a:rPr lang="en-IN" dirty="0"/>
              <a:t>        name: "Rahul",</a:t>
            </a:r>
          </a:p>
          <a:p>
            <a:pPr marL="0" indent="0">
              <a:buNone/>
            </a:pPr>
            <a:r>
              <a:rPr lang="en-IN" dirty="0"/>
              <a:t>        course: "BCA",</a:t>
            </a:r>
          </a:p>
          <a:p>
            <a:pPr marL="0" indent="0">
              <a:buNone/>
            </a:pPr>
            <a:r>
              <a:rPr lang="en-IN" dirty="0"/>
              <a:t>        mark: 78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238504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AB940-001B-191A-5452-2361340D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Display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FA8EC-4A58-5643-9FA9-358FBFED3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db.students.find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 err="1"/>
              <a:t>db.students.find</a:t>
            </a:r>
            <a:r>
              <a:rPr lang="en-IN" dirty="0"/>
              <a:t>().pretty()</a:t>
            </a:r>
          </a:p>
          <a:p>
            <a:endParaRPr lang="en-IN" dirty="0"/>
          </a:p>
          <a:p>
            <a:pPr>
              <a:buFont typeface="Wingdings" panose="05000000000000000000" pitchFamily="2" charset="2"/>
              <a:buChar char="à"/>
            </a:pPr>
            <a:r>
              <a:rPr lang="en-IN" dirty="0" err="1">
                <a:sym typeface="Wingdings" panose="05000000000000000000" pitchFamily="2" charset="2"/>
              </a:rPr>
              <a:t>db.students.find</a:t>
            </a:r>
            <a:r>
              <a:rPr lang="en-IN" dirty="0">
                <a:sym typeface="Wingdings" panose="05000000000000000000" pitchFamily="2" charset="2"/>
              </a:rPr>
              <a:t>({</a:t>
            </a:r>
            <a:r>
              <a:rPr lang="en-IN" dirty="0" err="1">
                <a:sym typeface="Wingdings" panose="05000000000000000000" pitchFamily="2" charset="2"/>
              </a:rPr>
              <a:t>rollno</a:t>
            </a:r>
            <a:r>
              <a:rPr lang="en-IN" dirty="0">
                <a:sym typeface="Wingdings" panose="05000000000000000000" pitchFamily="2" charset="2"/>
              </a:rPr>
              <a:t>: 101})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IN" dirty="0" err="1"/>
              <a:t>db.students.find</a:t>
            </a:r>
            <a:r>
              <a:rPr lang="en-IN" dirty="0"/>
              <a:t>({course: "BCA"})</a:t>
            </a:r>
          </a:p>
        </p:txBody>
      </p:sp>
    </p:spTree>
    <p:extLst>
      <p:ext uri="{BB962C8B-B14F-4D97-AF65-F5344CB8AC3E}">
        <p14:creationId xmlns:p14="http://schemas.microsoft.com/office/powerpoint/2010/main" val="764127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12717-6D2C-72D9-8A87-E7476115F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7882"/>
            <a:ext cx="10515600" cy="5639081"/>
          </a:xfrm>
        </p:spPr>
        <p:txBody>
          <a:bodyPr/>
          <a:lstStyle/>
          <a:p>
            <a:r>
              <a:rPr lang="en-IN" dirty="0"/>
              <a:t>Find Students with Mark Greater Than 80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 err="1">
                <a:sym typeface="Wingdings" panose="05000000000000000000" pitchFamily="2" charset="2"/>
              </a:rPr>
              <a:t>db.students.find</a:t>
            </a:r>
            <a:r>
              <a:rPr lang="en-IN" dirty="0">
                <a:sym typeface="Wingdings" panose="05000000000000000000" pitchFamily="2" charset="2"/>
              </a:rPr>
              <a:t>({mark: {$</a:t>
            </a:r>
            <a:r>
              <a:rPr lang="en-IN" dirty="0" err="1">
                <a:sym typeface="Wingdings" panose="05000000000000000000" pitchFamily="2" charset="2"/>
              </a:rPr>
              <a:t>gt</a:t>
            </a:r>
            <a:r>
              <a:rPr lang="en-IN" dirty="0">
                <a:sym typeface="Wingdings" panose="05000000000000000000" pitchFamily="2" charset="2"/>
              </a:rPr>
              <a:t>: 80}})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C2B55C-114C-16AD-CA35-5882932D2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18401"/>
              </p:ext>
            </p:extLst>
          </p:nvPr>
        </p:nvGraphicFramePr>
        <p:xfrm>
          <a:off x="3648636" y="1586754"/>
          <a:ext cx="6741458" cy="5086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4870">
                  <a:extLst>
                    <a:ext uri="{9D8B030D-6E8A-4147-A177-3AD203B41FA5}">
                      <a16:colId xmlns:a16="http://schemas.microsoft.com/office/drawing/2014/main" val="4121038294"/>
                    </a:ext>
                  </a:extLst>
                </a:gridCol>
                <a:gridCol w="3406588">
                  <a:extLst>
                    <a:ext uri="{9D8B030D-6E8A-4147-A177-3AD203B41FA5}">
                      <a16:colId xmlns:a16="http://schemas.microsoft.com/office/drawing/2014/main" val="1507136273"/>
                    </a:ext>
                  </a:extLst>
                </a:gridCol>
              </a:tblGrid>
              <a:tr h="53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MongoDB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9928230"/>
                  </a:ext>
                </a:extLst>
              </a:tr>
              <a:tr h="53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$</a:t>
                      </a:r>
                      <a:r>
                        <a:rPr lang="en-IN" sz="2400" dirty="0" err="1"/>
                        <a:t>gt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Greater than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754236"/>
                  </a:ext>
                </a:extLst>
              </a:tr>
              <a:tr h="53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$gte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Greater than or 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0808789"/>
                  </a:ext>
                </a:extLst>
              </a:tr>
              <a:tr h="53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$lt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Less than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252597"/>
                  </a:ext>
                </a:extLst>
              </a:tr>
              <a:tr h="53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$lte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Less than or 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585221"/>
                  </a:ext>
                </a:extLst>
              </a:tr>
              <a:tr h="53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$eq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901002"/>
                  </a:ext>
                </a:extLst>
              </a:tr>
              <a:tr h="53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$ne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Not 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1357651"/>
                  </a:ext>
                </a:extLst>
              </a:tr>
              <a:tr h="53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$in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Matches any value in an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50073"/>
                  </a:ext>
                </a:extLst>
              </a:tr>
              <a:tr h="53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$nin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Does not match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949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691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F5210-44C6-FD4F-DEC2-0F9CDAC7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AND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7936C-034E-5939-0597-07C883BA0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db.students.find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course: "BCA",</a:t>
            </a:r>
          </a:p>
          <a:p>
            <a:pPr marL="0" indent="0">
              <a:buNone/>
            </a:pPr>
            <a:r>
              <a:rPr lang="en-IN" dirty="0"/>
              <a:t>    mark: {$</a:t>
            </a:r>
            <a:r>
              <a:rPr lang="en-IN" dirty="0" err="1"/>
              <a:t>gt</a:t>
            </a:r>
            <a:r>
              <a:rPr lang="en-IN" dirty="0"/>
              <a:t>: 80}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3380547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45DA5-9B8D-8A52-FBD2-97D4DC806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OR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63575-D151-55A4-5815-1171E878E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db.students.find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$or: [</a:t>
            </a:r>
          </a:p>
          <a:p>
            <a:pPr marL="0" indent="0">
              <a:buNone/>
            </a:pPr>
            <a:r>
              <a:rPr lang="en-IN" dirty="0"/>
              <a:t>        {course: "BCA"},</a:t>
            </a:r>
          </a:p>
          <a:p>
            <a:pPr marL="0" indent="0">
              <a:buNone/>
            </a:pPr>
            <a:r>
              <a:rPr lang="en-IN" dirty="0"/>
              <a:t>        {course: "MCA"}</a:t>
            </a:r>
          </a:p>
          <a:p>
            <a:pPr marL="0" indent="0">
              <a:buNone/>
            </a:pPr>
            <a:r>
              <a:rPr lang="en-IN" dirty="0"/>
              <a:t>    ]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820369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48C6-88B3-9A0E-5539-D0A7E2A6E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Update a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CD47-D7B4-6D54-1AF7-60009D951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db.students.updateOne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{</a:t>
            </a:r>
            <a:r>
              <a:rPr lang="en-IN" dirty="0" err="1"/>
              <a:t>rollno</a:t>
            </a:r>
            <a:r>
              <a:rPr lang="en-IN" dirty="0"/>
              <a:t>: 101},</a:t>
            </a:r>
          </a:p>
          <a:p>
            <a:pPr marL="0" indent="0">
              <a:buNone/>
            </a:pPr>
            <a:r>
              <a:rPr lang="en-IN" dirty="0"/>
              <a:t>   {$set: {mark: 90}}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8283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BB9F8-8088-78DE-B9E2-22B53F99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Update Multiple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0355A-FD6D-CE95-5E1F-89967FB3F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db.students.updateMany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{course: "BCA"},</a:t>
            </a:r>
          </a:p>
          <a:p>
            <a:pPr marL="0" indent="0">
              <a:buNone/>
            </a:pPr>
            <a:r>
              <a:rPr lang="en-IN" dirty="0"/>
              <a:t>    {$</a:t>
            </a:r>
            <a:r>
              <a:rPr lang="en-IN" dirty="0" err="1"/>
              <a:t>inc</a:t>
            </a:r>
            <a:r>
              <a:rPr lang="en-IN" dirty="0"/>
              <a:t>: {mark: 5}}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$</a:t>
            </a:r>
            <a:r>
              <a:rPr lang="en-IN" dirty="0" err="1"/>
              <a:t>inc</a:t>
            </a:r>
            <a:r>
              <a:rPr lang="en-IN" dirty="0"/>
              <a:t> = increment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1583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BD7DA-B911-7F94-BB78-C2A512C16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Delete a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C349A-8F9D-E83E-C11F-054E28FAA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db.students.deleteOne</a:t>
            </a:r>
            <a:r>
              <a:rPr lang="en-IN" dirty="0"/>
              <a:t>({</a:t>
            </a:r>
            <a:r>
              <a:rPr lang="en-IN" dirty="0" err="1"/>
              <a:t>rollno</a:t>
            </a:r>
            <a:r>
              <a:rPr lang="en-IN" dirty="0"/>
              <a:t>: 104})</a:t>
            </a:r>
          </a:p>
        </p:txBody>
      </p:sp>
    </p:spTree>
    <p:extLst>
      <p:ext uri="{BB962C8B-B14F-4D97-AF65-F5344CB8AC3E}">
        <p14:creationId xmlns:p14="http://schemas.microsoft.com/office/powerpoint/2010/main" val="1970118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22D7-57EE-D44F-7966-FA0C8E99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Delete Multiple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6415B-8858-BD0E-F0EE-782B5802A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db.students.deleteMany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course: "MCA"</a:t>
            </a:r>
          </a:p>
          <a:p>
            <a:pPr marL="0" indent="0">
              <a:buNone/>
            </a:pPr>
            <a:r>
              <a:rPr lang="en-IN" dirty="0"/>
              <a:t>})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This permanently removes matching documents, so should be careful.</a:t>
            </a:r>
          </a:p>
        </p:txBody>
      </p:sp>
    </p:spTree>
    <p:extLst>
      <p:ext uri="{BB962C8B-B14F-4D97-AF65-F5344CB8AC3E}">
        <p14:creationId xmlns:p14="http://schemas.microsoft.com/office/powerpoint/2010/main" val="897698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4B42D-7BD9-6DE3-DE57-653BEDBC4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6675D-5965-48D5-43F4-E9DEB1F29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Sort by mark in ascending order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 err="1">
                <a:sym typeface="Wingdings" panose="05000000000000000000" pitchFamily="2" charset="2"/>
              </a:rPr>
              <a:t>db.students.find</a:t>
            </a:r>
            <a:r>
              <a:rPr lang="en-IN" dirty="0">
                <a:sym typeface="Wingdings" panose="05000000000000000000" pitchFamily="2" charset="2"/>
              </a:rPr>
              <a:t>().sort({mark: 1})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Descending order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 err="1">
                <a:sym typeface="Wingdings" panose="05000000000000000000" pitchFamily="2" charset="2"/>
              </a:rPr>
              <a:t>db.students.find</a:t>
            </a:r>
            <a:r>
              <a:rPr lang="en-IN" dirty="0">
                <a:sym typeface="Wingdings" panose="05000000000000000000" pitchFamily="2" charset="2"/>
              </a:rPr>
              <a:t>().sort({mark: -1})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151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C29BB-D4DC-F9A7-EC6E-32D8640EA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597D1-20AA-EEE5-BDEE-8F8EF67C0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Display only the first two students: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 err="1"/>
              <a:t>db.students.find</a:t>
            </a:r>
            <a:r>
              <a:rPr lang="en-IN" dirty="0"/>
              <a:t>().limit(2)</a:t>
            </a:r>
          </a:p>
        </p:txBody>
      </p:sp>
    </p:spTree>
    <p:extLst>
      <p:ext uri="{BB962C8B-B14F-4D97-AF65-F5344CB8AC3E}">
        <p14:creationId xmlns:p14="http://schemas.microsoft.com/office/powerpoint/2010/main" val="938218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A0A2D-CDE2-FD4E-EBDA-F7CC0115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Count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1A5E1-8DCF-FE82-ACC3-BF8A664FF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db.students.countDocuments</a:t>
            </a:r>
            <a:r>
              <a:rPr lang="en-IN" dirty="0"/>
              <a:t>()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 err="1">
                <a:sym typeface="Wingdings" panose="05000000000000000000" pitchFamily="2" charset="2"/>
              </a:rPr>
              <a:t>db.students.countDocuments</a:t>
            </a:r>
            <a:r>
              <a:rPr lang="en-IN" dirty="0">
                <a:sym typeface="Wingdings" panose="05000000000000000000" pitchFamily="2" charset="2"/>
              </a:rPr>
              <a:t>({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    course: "BCA"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})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8476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973EB-D9EA-5640-EB46-D0F41AB9B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8ED39-A770-B32F-1318-75EBCACBA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db.students.aggregate</a:t>
            </a:r>
            <a:r>
              <a:rPr lang="en-IN" dirty="0"/>
              <a:t>([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$group: {</a:t>
            </a:r>
          </a:p>
          <a:p>
            <a:pPr marL="0" indent="0">
              <a:buNone/>
            </a:pPr>
            <a:r>
              <a:rPr lang="en-IN" dirty="0"/>
              <a:t>            _id: null,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averageMark</a:t>
            </a:r>
            <a:r>
              <a:rPr lang="en-IN" dirty="0"/>
              <a:t>: {$</a:t>
            </a:r>
            <a:r>
              <a:rPr lang="en-IN" dirty="0" err="1"/>
              <a:t>avg</a:t>
            </a:r>
            <a:r>
              <a:rPr lang="en-IN" dirty="0"/>
              <a:t>: "$mark"}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258839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EBA9-1FA6-4AAB-47F8-CE83CDB4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DD68C-ED30-EC3E-600A-7F4D3EC03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db.students.find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{},</a:t>
            </a:r>
          </a:p>
          <a:p>
            <a:pPr marL="0" indent="0">
              <a:buNone/>
            </a:pPr>
            <a:r>
              <a:rPr lang="en-IN" dirty="0"/>
              <a:t>    {name: 1, mark: 1}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1 means </a:t>
            </a:r>
            <a:r>
              <a:rPr lang="en-IN" b="1" dirty="0"/>
              <a:t>include</a:t>
            </a:r>
            <a:r>
              <a:rPr lang="en-IN" dirty="0"/>
              <a:t> the field.</a:t>
            </a:r>
          </a:p>
          <a:p>
            <a:pPr marL="0" indent="0">
              <a:buNone/>
            </a:pPr>
            <a:r>
              <a:rPr lang="en-IN" dirty="0"/>
              <a:t>0 means </a:t>
            </a:r>
            <a:r>
              <a:rPr lang="en-IN" b="1" dirty="0"/>
              <a:t>Exclude</a:t>
            </a:r>
            <a:r>
              <a:rPr lang="en-IN" dirty="0"/>
              <a:t> the field.</a:t>
            </a:r>
          </a:p>
        </p:txBody>
      </p:sp>
    </p:spTree>
    <p:extLst>
      <p:ext uri="{BB962C8B-B14F-4D97-AF65-F5344CB8AC3E}">
        <p14:creationId xmlns:p14="http://schemas.microsoft.com/office/powerpoint/2010/main" val="61752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624</Words>
  <Application>Microsoft Office PowerPoint</Application>
  <PresentationFormat>Widescreen</PresentationFormat>
  <Paragraphs>154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Office Theme</vt:lpstr>
      <vt:lpstr>MONGODB</vt:lpstr>
      <vt:lpstr>PowerPoint Presentation</vt:lpstr>
      <vt:lpstr>MongoDB Structure</vt:lpstr>
      <vt:lpstr>Show all databases</vt:lpstr>
      <vt:lpstr>Change or Create a Database</vt:lpstr>
      <vt:lpstr>Create Collection</vt:lpstr>
      <vt:lpstr>PowerPoint Presentation</vt:lpstr>
      <vt:lpstr>Insert a Document</vt:lpstr>
      <vt:lpstr>Insert Multiple Documents</vt:lpstr>
      <vt:lpstr>Display Documents</vt:lpstr>
      <vt:lpstr>PowerPoint Presentation</vt:lpstr>
      <vt:lpstr>AND Condition</vt:lpstr>
      <vt:lpstr>OR Condition</vt:lpstr>
      <vt:lpstr>Update a Document</vt:lpstr>
      <vt:lpstr>Update Multiple Documents</vt:lpstr>
      <vt:lpstr>Delete a Document</vt:lpstr>
      <vt:lpstr>Delete Multiple Documents</vt:lpstr>
      <vt:lpstr>Sorting</vt:lpstr>
      <vt:lpstr>Limit</vt:lpstr>
      <vt:lpstr>Count Documents</vt:lpstr>
      <vt:lpstr>Aggregation</vt:lpstr>
      <vt:lpstr>Projection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babu</dc:creator>
  <cp:lastModifiedBy>john babu</cp:lastModifiedBy>
  <cp:revision>24</cp:revision>
  <dcterms:created xsi:type="dcterms:W3CDTF">2026-10-06T15:03:44Z</dcterms:created>
  <dcterms:modified xsi:type="dcterms:W3CDTF">2026-10-06T16:10:59Z</dcterms:modified>
</cp:coreProperties>
</file>